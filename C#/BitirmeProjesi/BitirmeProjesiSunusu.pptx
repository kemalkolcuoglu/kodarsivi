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5" r:id="rId10"/>
    <p:sldId id="264" r:id="rId11"/>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75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tr-TR" smtClean="0"/>
              <a:t>Asıl başlık stili için tıklatın</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tıklayın</a:t>
            </a:r>
            <a:endParaRPr lang="en-US" dirty="0"/>
          </a:p>
        </p:txBody>
      </p:sp>
      <p:sp>
        <p:nvSpPr>
          <p:cNvPr id="4" name="Date Placeholder 3"/>
          <p:cNvSpPr>
            <a:spLocks noGrp="1"/>
          </p:cNvSpPr>
          <p:nvPr>
            <p:ph type="dt" sz="half" idx="10"/>
          </p:nvPr>
        </p:nvSpPr>
        <p:spPr/>
        <p:txBody>
          <a:bodyPr/>
          <a:lstStyle/>
          <a:p>
            <a:fld id="{BA581383-7B50-49FA-9987-C927630A0764}" type="datetimeFigureOut">
              <a:rPr lang="tr-TR" smtClean="0"/>
              <a:t>28.01.2019</a:t>
            </a:fld>
            <a:endParaRPr lang="tr-TR"/>
          </a:p>
        </p:txBody>
      </p:sp>
      <p:sp>
        <p:nvSpPr>
          <p:cNvPr id="5" name="Footer Placeholder 4"/>
          <p:cNvSpPr>
            <a:spLocks noGrp="1"/>
          </p:cNvSpPr>
          <p:nvPr>
            <p:ph type="ftr" sz="quarter" idx="11"/>
          </p:nvPr>
        </p:nvSpPr>
        <p:spPr/>
        <p:txBody>
          <a:bodyPr/>
          <a:lstStyle/>
          <a:p>
            <a:endParaRPr lang="tr-T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0E14BEE-7590-44EF-8CB3-E8570FFB7012}" type="slidenum">
              <a:rPr lang="tr-TR" smtClean="0"/>
              <a:t>‹#›</a:t>
            </a:fld>
            <a:endParaRPr lang="tr-TR"/>
          </a:p>
        </p:txBody>
      </p:sp>
    </p:spTree>
    <p:extLst>
      <p:ext uri="{BB962C8B-B14F-4D97-AF65-F5344CB8AC3E}">
        <p14:creationId xmlns:p14="http://schemas.microsoft.com/office/powerpoint/2010/main" val="38234436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tr-TR" smtClean="0"/>
              <a:t>Asıl başlık stili için tıklatın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p:txBody>
          <a:bodyPr/>
          <a:lstStyle/>
          <a:p>
            <a:fld id="{BA581383-7B50-49FA-9987-C927630A0764}" type="datetimeFigureOut">
              <a:rPr lang="tr-TR" smtClean="0"/>
              <a:t>28.01.2019</a:t>
            </a:fld>
            <a:endParaRPr lang="tr-TR"/>
          </a:p>
        </p:txBody>
      </p:sp>
      <p:sp>
        <p:nvSpPr>
          <p:cNvPr id="5" name="Footer Placeholder 4"/>
          <p:cNvSpPr>
            <a:spLocks noGrp="1"/>
          </p:cNvSpPr>
          <p:nvPr>
            <p:ph type="ftr" sz="quarter" idx="11"/>
          </p:nvPr>
        </p:nvSpPr>
        <p:spPr/>
        <p:txBody>
          <a:bodyPr/>
          <a:lstStyle/>
          <a:p>
            <a:endParaRPr lang="tr-T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0E14BEE-7590-44EF-8CB3-E8570FFB7012}" type="slidenum">
              <a:rPr lang="tr-TR" smtClean="0"/>
              <a:t>‹#›</a:t>
            </a:fld>
            <a:endParaRPr lang="tr-TR"/>
          </a:p>
        </p:txBody>
      </p:sp>
    </p:spTree>
    <p:extLst>
      <p:ext uri="{BB962C8B-B14F-4D97-AF65-F5344CB8AC3E}">
        <p14:creationId xmlns:p14="http://schemas.microsoft.com/office/powerpoint/2010/main" val="6717080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tr-TR" smtClean="0"/>
              <a:t>Asıl başlık stili için tıklatın</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a:t>
            </a:r>
          </a:p>
        </p:txBody>
      </p:sp>
      <p:sp>
        <p:nvSpPr>
          <p:cNvPr id="4" name="Date Placeholder 3"/>
          <p:cNvSpPr>
            <a:spLocks noGrp="1"/>
          </p:cNvSpPr>
          <p:nvPr>
            <p:ph type="dt" sz="half" idx="10"/>
          </p:nvPr>
        </p:nvSpPr>
        <p:spPr/>
        <p:txBody>
          <a:bodyPr/>
          <a:lstStyle/>
          <a:p>
            <a:fld id="{BA581383-7B50-49FA-9987-C927630A0764}" type="datetimeFigureOut">
              <a:rPr lang="tr-TR" smtClean="0"/>
              <a:t>28.01.2019</a:t>
            </a:fld>
            <a:endParaRPr lang="tr-TR"/>
          </a:p>
        </p:txBody>
      </p:sp>
      <p:sp>
        <p:nvSpPr>
          <p:cNvPr id="5" name="Footer Placeholder 4"/>
          <p:cNvSpPr>
            <a:spLocks noGrp="1"/>
          </p:cNvSpPr>
          <p:nvPr>
            <p:ph type="ftr" sz="quarter" idx="11"/>
          </p:nvPr>
        </p:nvSpPr>
        <p:spPr/>
        <p:txBody>
          <a:bodyPr/>
          <a:lstStyle/>
          <a:p>
            <a:endParaRPr lang="tr-T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0E14BEE-7590-44EF-8CB3-E8570FFB7012}" type="slidenum">
              <a:rPr lang="tr-TR" smtClean="0"/>
              <a:t>‹#›</a:t>
            </a:fld>
            <a:endParaRPr lang="tr-TR"/>
          </a:p>
        </p:txBody>
      </p:sp>
    </p:spTree>
    <p:extLst>
      <p:ext uri="{BB962C8B-B14F-4D97-AF65-F5344CB8AC3E}">
        <p14:creationId xmlns:p14="http://schemas.microsoft.com/office/powerpoint/2010/main" val="21182923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tr-TR" smtClean="0"/>
              <a:t>Asıl başlık stili için tıklatın</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Date Placeholder 4"/>
          <p:cNvSpPr>
            <a:spLocks noGrp="1"/>
          </p:cNvSpPr>
          <p:nvPr>
            <p:ph type="dt" sz="half" idx="10"/>
          </p:nvPr>
        </p:nvSpPr>
        <p:spPr/>
        <p:txBody>
          <a:bodyPr/>
          <a:lstStyle/>
          <a:p>
            <a:fld id="{BA581383-7B50-49FA-9987-C927630A0764}" type="datetimeFigureOut">
              <a:rPr lang="tr-TR" smtClean="0"/>
              <a:t>28.01.2019</a:t>
            </a:fld>
            <a:endParaRPr lang="tr-TR"/>
          </a:p>
        </p:txBody>
      </p:sp>
      <p:sp>
        <p:nvSpPr>
          <p:cNvPr id="6" name="Footer Placeholder 5"/>
          <p:cNvSpPr>
            <a:spLocks noGrp="1"/>
          </p:cNvSpPr>
          <p:nvPr>
            <p:ph type="ftr" sz="quarter" idx="11"/>
          </p:nvPr>
        </p:nvSpPr>
        <p:spPr/>
        <p:txBody>
          <a:bodyPr/>
          <a:lstStyle/>
          <a:p>
            <a:endParaRPr lang="tr-T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0E14BEE-7590-44EF-8CB3-E8570FFB7012}" type="slidenum">
              <a:rPr lang="tr-TR" smtClean="0"/>
              <a:t>‹#›</a:t>
            </a:fld>
            <a:endParaRPr lang="tr-TR"/>
          </a:p>
        </p:txBody>
      </p:sp>
    </p:spTree>
    <p:extLst>
      <p:ext uri="{BB962C8B-B14F-4D97-AF65-F5344CB8AC3E}">
        <p14:creationId xmlns:p14="http://schemas.microsoft.com/office/powerpoint/2010/main" val="38437956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tr-TR" smtClean="0"/>
              <a:t>Asıl başlık stili için tıklatın</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7" name="Date Placeholder 6"/>
          <p:cNvSpPr>
            <a:spLocks noGrp="1"/>
          </p:cNvSpPr>
          <p:nvPr>
            <p:ph type="dt" sz="half" idx="10"/>
          </p:nvPr>
        </p:nvSpPr>
        <p:spPr/>
        <p:txBody>
          <a:bodyPr/>
          <a:lstStyle/>
          <a:p>
            <a:fld id="{BA581383-7B50-49FA-9987-C927630A0764}" type="datetimeFigureOut">
              <a:rPr lang="tr-TR" smtClean="0"/>
              <a:t>28.01.2019</a:t>
            </a:fld>
            <a:endParaRPr lang="tr-TR"/>
          </a:p>
        </p:txBody>
      </p:sp>
      <p:sp>
        <p:nvSpPr>
          <p:cNvPr id="8" name="Footer Placeholder 7"/>
          <p:cNvSpPr>
            <a:spLocks noGrp="1"/>
          </p:cNvSpPr>
          <p:nvPr>
            <p:ph type="ftr" sz="quarter" idx="11"/>
          </p:nvPr>
        </p:nvSpPr>
        <p:spPr/>
        <p:txBody>
          <a:bodyPr/>
          <a:lstStyle/>
          <a:p>
            <a:endParaRPr lang="tr-T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0E14BEE-7590-44EF-8CB3-E8570FFB7012}" type="slidenum">
              <a:rPr lang="tr-TR" smtClean="0"/>
              <a:t>‹#›</a:t>
            </a:fld>
            <a:endParaRPr lang="tr-TR"/>
          </a:p>
        </p:txBody>
      </p:sp>
    </p:spTree>
    <p:extLst>
      <p:ext uri="{BB962C8B-B14F-4D97-AF65-F5344CB8AC3E}">
        <p14:creationId xmlns:p14="http://schemas.microsoft.com/office/powerpoint/2010/main" val="1293101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dirty="0"/>
          </a:p>
        </p:txBody>
      </p:sp>
      <p:sp>
        <p:nvSpPr>
          <p:cNvPr id="3" name="Date Placeholder 2"/>
          <p:cNvSpPr>
            <a:spLocks noGrp="1"/>
          </p:cNvSpPr>
          <p:nvPr>
            <p:ph type="dt" sz="half" idx="10"/>
          </p:nvPr>
        </p:nvSpPr>
        <p:spPr/>
        <p:txBody>
          <a:bodyPr/>
          <a:lstStyle/>
          <a:p>
            <a:fld id="{BA581383-7B50-49FA-9987-C927630A0764}" type="datetimeFigureOut">
              <a:rPr lang="tr-TR" smtClean="0"/>
              <a:t>28.01.2019</a:t>
            </a:fld>
            <a:endParaRPr lang="tr-TR"/>
          </a:p>
        </p:txBody>
      </p:sp>
      <p:sp>
        <p:nvSpPr>
          <p:cNvPr id="4" name="Footer Placeholder 3"/>
          <p:cNvSpPr>
            <a:spLocks noGrp="1"/>
          </p:cNvSpPr>
          <p:nvPr>
            <p:ph type="ftr" sz="quarter" idx="11"/>
          </p:nvPr>
        </p:nvSpPr>
        <p:spPr/>
        <p:txBody>
          <a:bodyPr/>
          <a:lstStyle/>
          <a:p>
            <a:endParaRPr lang="tr-T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0E14BEE-7590-44EF-8CB3-E8570FFB7012}" type="slidenum">
              <a:rPr lang="tr-TR" smtClean="0"/>
              <a:t>‹#›</a:t>
            </a:fld>
            <a:endParaRPr lang="tr-TR"/>
          </a:p>
        </p:txBody>
      </p:sp>
    </p:spTree>
    <p:extLst>
      <p:ext uri="{BB962C8B-B14F-4D97-AF65-F5344CB8AC3E}">
        <p14:creationId xmlns:p14="http://schemas.microsoft.com/office/powerpoint/2010/main" val="30082084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A581383-7B50-49FA-9987-C927630A0764}" type="datetimeFigureOut">
              <a:rPr lang="tr-TR" smtClean="0"/>
              <a:t>28.01.2019</a:t>
            </a:fld>
            <a:endParaRPr lang="tr-TR"/>
          </a:p>
        </p:txBody>
      </p:sp>
      <p:sp>
        <p:nvSpPr>
          <p:cNvPr id="3" name="Footer Placeholder 2"/>
          <p:cNvSpPr>
            <a:spLocks noGrp="1"/>
          </p:cNvSpPr>
          <p:nvPr>
            <p:ph type="ftr" sz="quarter" idx="11"/>
          </p:nvPr>
        </p:nvSpPr>
        <p:spPr/>
        <p:txBody>
          <a:bodyPr/>
          <a:lstStyle/>
          <a:p>
            <a:endParaRPr lang="tr-T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0E14BEE-7590-44EF-8CB3-E8570FFB7012}" type="slidenum">
              <a:rPr lang="tr-TR" smtClean="0"/>
              <a:t>‹#›</a:t>
            </a:fld>
            <a:endParaRPr lang="tr-TR"/>
          </a:p>
        </p:txBody>
      </p:sp>
    </p:spTree>
    <p:extLst>
      <p:ext uri="{BB962C8B-B14F-4D97-AF65-F5344CB8AC3E}">
        <p14:creationId xmlns:p14="http://schemas.microsoft.com/office/powerpoint/2010/main" val="8153765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tr-TR" smtClean="0"/>
              <a:t>Asıl başlık stili için tıklatın</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a:t>
            </a:r>
          </a:p>
        </p:txBody>
      </p:sp>
      <p:sp>
        <p:nvSpPr>
          <p:cNvPr id="5" name="Date Placeholder 4"/>
          <p:cNvSpPr>
            <a:spLocks noGrp="1"/>
          </p:cNvSpPr>
          <p:nvPr>
            <p:ph type="dt" sz="half" idx="10"/>
          </p:nvPr>
        </p:nvSpPr>
        <p:spPr/>
        <p:txBody>
          <a:bodyPr/>
          <a:lstStyle/>
          <a:p>
            <a:fld id="{BA581383-7B50-49FA-9987-C927630A0764}" type="datetimeFigureOut">
              <a:rPr lang="tr-TR" smtClean="0"/>
              <a:t>28.01.2019</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0E14BEE-7590-44EF-8CB3-E8570FFB7012}" type="slidenum">
              <a:rPr lang="tr-TR" smtClean="0"/>
              <a:t>‹#›</a:t>
            </a:fld>
            <a:endParaRPr lang="tr-TR"/>
          </a:p>
        </p:txBody>
      </p:sp>
    </p:spTree>
    <p:extLst>
      <p:ext uri="{BB962C8B-B14F-4D97-AF65-F5344CB8AC3E}">
        <p14:creationId xmlns:p14="http://schemas.microsoft.com/office/powerpoint/2010/main" val="29048573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tr-TR" smtClean="0"/>
              <a:t>Asıl başlık stili için tıklatın</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smtClean="0"/>
              <a:t>Resim eklemek için simgeyi tıklatın</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a:t>
            </a:r>
          </a:p>
        </p:txBody>
      </p:sp>
      <p:sp>
        <p:nvSpPr>
          <p:cNvPr id="5" name="Date Placeholder 4"/>
          <p:cNvSpPr>
            <a:spLocks noGrp="1"/>
          </p:cNvSpPr>
          <p:nvPr>
            <p:ph type="dt" sz="half" idx="10"/>
          </p:nvPr>
        </p:nvSpPr>
        <p:spPr/>
        <p:txBody>
          <a:bodyPr/>
          <a:lstStyle/>
          <a:p>
            <a:fld id="{BA581383-7B50-49FA-9987-C927630A0764}" type="datetimeFigureOut">
              <a:rPr lang="tr-TR" smtClean="0"/>
              <a:t>28.01.2019</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0E14BEE-7590-44EF-8CB3-E8570FFB7012}" type="slidenum">
              <a:rPr lang="tr-TR" smtClean="0"/>
              <a:t>‹#›</a:t>
            </a:fld>
            <a:endParaRPr lang="tr-TR"/>
          </a:p>
        </p:txBody>
      </p:sp>
    </p:spTree>
    <p:extLst>
      <p:ext uri="{BB962C8B-B14F-4D97-AF65-F5344CB8AC3E}">
        <p14:creationId xmlns:p14="http://schemas.microsoft.com/office/powerpoint/2010/main" val="12183494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tr-TR" smtClean="0"/>
              <a:t>Asıl başlık stili için tıklatın</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a:t>
            </a:r>
          </a:p>
        </p:txBody>
      </p:sp>
      <p:sp>
        <p:nvSpPr>
          <p:cNvPr id="4" name="Date Placeholder 3"/>
          <p:cNvSpPr>
            <a:spLocks noGrp="1"/>
          </p:cNvSpPr>
          <p:nvPr>
            <p:ph type="dt" sz="half" idx="10"/>
          </p:nvPr>
        </p:nvSpPr>
        <p:spPr/>
        <p:txBody>
          <a:bodyPr/>
          <a:lstStyle/>
          <a:p>
            <a:fld id="{BA581383-7B50-49FA-9987-C927630A0764}" type="datetimeFigureOut">
              <a:rPr lang="tr-TR" smtClean="0"/>
              <a:t>28.01.2019</a:t>
            </a:fld>
            <a:endParaRPr lang="tr-TR"/>
          </a:p>
        </p:txBody>
      </p:sp>
      <p:sp>
        <p:nvSpPr>
          <p:cNvPr id="5" name="Footer Placeholder 4"/>
          <p:cNvSpPr>
            <a:spLocks noGrp="1"/>
          </p:cNvSpPr>
          <p:nvPr>
            <p:ph type="ftr" sz="quarter" idx="11"/>
          </p:nvPr>
        </p:nvSpPr>
        <p:spPr/>
        <p:txBody>
          <a:bodyPr/>
          <a:lstStyle/>
          <a:p>
            <a:endParaRPr lang="tr-T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0E14BEE-7590-44EF-8CB3-E8570FFB7012}" type="slidenum">
              <a:rPr lang="tr-TR" smtClean="0"/>
              <a:t>‹#›</a:t>
            </a:fld>
            <a:endParaRPr lang="tr-TR"/>
          </a:p>
        </p:txBody>
      </p:sp>
    </p:spTree>
    <p:extLst>
      <p:ext uri="{BB962C8B-B14F-4D97-AF65-F5344CB8AC3E}">
        <p14:creationId xmlns:p14="http://schemas.microsoft.com/office/powerpoint/2010/main" val="2916034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tr-TR" smtClean="0"/>
              <a:t>Asıl başlık stili için tıklatın</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smtClean="0"/>
              <a:t>Asıl metin stillerini düzenle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a:t>
            </a:r>
          </a:p>
        </p:txBody>
      </p:sp>
      <p:sp>
        <p:nvSpPr>
          <p:cNvPr id="4" name="Date Placeholder 3"/>
          <p:cNvSpPr>
            <a:spLocks noGrp="1"/>
          </p:cNvSpPr>
          <p:nvPr>
            <p:ph type="dt" sz="half" idx="10"/>
          </p:nvPr>
        </p:nvSpPr>
        <p:spPr/>
        <p:txBody>
          <a:bodyPr/>
          <a:lstStyle/>
          <a:p>
            <a:fld id="{BA581383-7B50-49FA-9987-C927630A0764}" type="datetimeFigureOut">
              <a:rPr lang="tr-TR" smtClean="0"/>
              <a:t>28.01.2019</a:t>
            </a:fld>
            <a:endParaRPr lang="tr-TR"/>
          </a:p>
        </p:txBody>
      </p:sp>
      <p:sp>
        <p:nvSpPr>
          <p:cNvPr id="5" name="Footer Placeholder 4"/>
          <p:cNvSpPr>
            <a:spLocks noGrp="1"/>
          </p:cNvSpPr>
          <p:nvPr>
            <p:ph type="ftr" sz="quarter" idx="11"/>
          </p:nvPr>
        </p:nvSpPr>
        <p:spPr/>
        <p:txBody>
          <a:bodyPr/>
          <a:lstStyle/>
          <a:p>
            <a:endParaRPr lang="tr-T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0E14BEE-7590-44EF-8CB3-E8570FFB7012}" type="slidenum">
              <a:rPr lang="tr-TR" smtClean="0"/>
              <a:t>‹#›</a:t>
            </a:fld>
            <a:endParaRPr lang="tr-TR"/>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980473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tr-TR" smtClean="0"/>
              <a:t>Asıl başlık stili için tıklatın</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tr-TR" smtClean="0"/>
              <a:t>Asıl metin stillerini düzenle</a:t>
            </a:r>
          </a:p>
        </p:txBody>
      </p:sp>
      <p:sp>
        <p:nvSpPr>
          <p:cNvPr id="5" name="Date Placeholder 4"/>
          <p:cNvSpPr>
            <a:spLocks noGrp="1"/>
          </p:cNvSpPr>
          <p:nvPr>
            <p:ph type="dt" sz="half" idx="10"/>
          </p:nvPr>
        </p:nvSpPr>
        <p:spPr/>
        <p:txBody>
          <a:bodyPr/>
          <a:lstStyle/>
          <a:p>
            <a:fld id="{BA581383-7B50-49FA-9987-C927630A0764}" type="datetimeFigureOut">
              <a:rPr lang="tr-TR" smtClean="0"/>
              <a:t>28.01.2019</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0E14BEE-7590-44EF-8CB3-E8570FFB7012}" type="slidenum">
              <a:rPr lang="tr-TR" smtClean="0"/>
              <a:t>‹#›</a:t>
            </a:fld>
            <a:endParaRPr lang="tr-TR"/>
          </a:p>
        </p:txBody>
      </p:sp>
    </p:spTree>
    <p:extLst>
      <p:ext uri="{BB962C8B-B14F-4D97-AF65-F5344CB8AC3E}">
        <p14:creationId xmlns:p14="http://schemas.microsoft.com/office/powerpoint/2010/main" val="7664924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lıntı İsim Kartı">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tr-TR" smtClean="0"/>
              <a:t>Asıl başlık stili için tıklatın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smtClean="0"/>
              <a:t>Asıl metin stillerini düzenle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tr-TR" smtClean="0"/>
              <a:t>Asıl metin stillerini düzenle</a:t>
            </a:r>
          </a:p>
        </p:txBody>
      </p:sp>
      <p:sp>
        <p:nvSpPr>
          <p:cNvPr id="5" name="Date Placeholder 4"/>
          <p:cNvSpPr>
            <a:spLocks noGrp="1"/>
          </p:cNvSpPr>
          <p:nvPr>
            <p:ph type="dt" sz="half" idx="10"/>
          </p:nvPr>
        </p:nvSpPr>
        <p:spPr/>
        <p:txBody>
          <a:bodyPr/>
          <a:lstStyle/>
          <a:p>
            <a:fld id="{BA581383-7B50-49FA-9987-C927630A0764}" type="datetimeFigureOut">
              <a:rPr lang="tr-TR" smtClean="0"/>
              <a:t>28.01.2019</a:t>
            </a:fld>
            <a:endParaRPr lang="tr-TR"/>
          </a:p>
        </p:txBody>
      </p:sp>
      <p:sp>
        <p:nvSpPr>
          <p:cNvPr id="6" name="Footer Placeholder 5"/>
          <p:cNvSpPr>
            <a:spLocks noGrp="1"/>
          </p:cNvSpPr>
          <p:nvPr>
            <p:ph type="ftr" sz="quarter" idx="11"/>
          </p:nvPr>
        </p:nvSpPr>
        <p:spPr/>
        <p:txBody>
          <a:bodyPr/>
          <a:lstStyle/>
          <a:p>
            <a:endParaRPr lang="tr-T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0E14BEE-7590-44EF-8CB3-E8570FFB7012}" type="slidenum">
              <a:rPr lang="tr-TR" smtClean="0"/>
              <a:t>‹#›</a:t>
            </a:fld>
            <a:endParaRPr lang="tr-TR"/>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2905626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oğru veya Yanlış">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tr-TR" smtClean="0"/>
              <a:t>Asıl başlık stili için tıklatın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smtClean="0"/>
              <a:t>Asıl metin stillerini düzenle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tr-TR" smtClean="0"/>
              <a:t>Asıl metin stillerini düzenle</a:t>
            </a:r>
          </a:p>
        </p:txBody>
      </p:sp>
      <p:sp>
        <p:nvSpPr>
          <p:cNvPr id="5" name="Date Placeholder 4"/>
          <p:cNvSpPr>
            <a:spLocks noGrp="1"/>
          </p:cNvSpPr>
          <p:nvPr>
            <p:ph type="dt" sz="half" idx="10"/>
          </p:nvPr>
        </p:nvSpPr>
        <p:spPr/>
        <p:txBody>
          <a:bodyPr/>
          <a:lstStyle/>
          <a:p>
            <a:fld id="{BA581383-7B50-49FA-9987-C927630A0764}" type="datetimeFigureOut">
              <a:rPr lang="tr-TR" smtClean="0"/>
              <a:t>28.01.2019</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0E14BEE-7590-44EF-8CB3-E8570FFB7012}" type="slidenum">
              <a:rPr lang="tr-TR" smtClean="0"/>
              <a:t>‹#›</a:t>
            </a:fld>
            <a:endParaRPr lang="tr-TR"/>
          </a:p>
        </p:txBody>
      </p:sp>
    </p:spTree>
    <p:extLst>
      <p:ext uri="{BB962C8B-B14F-4D97-AF65-F5344CB8AC3E}">
        <p14:creationId xmlns:p14="http://schemas.microsoft.com/office/powerpoint/2010/main" val="7929364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dirty="0"/>
          </a:p>
        </p:txBody>
      </p:sp>
      <p:sp>
        <p:nvSpPr>
          <p:cNvPr id="3" name="Vertical Text Placeholder 2"/>
          <p:cNvSpPr>
            <a:spLocks noGrp="1"/>
          </p:cNvSpPr>
          <p:nvPr>
            <p:ph type="body" orient="vert" idx="1"/>
          </p:nvPr>
        </p:nvSpPr>
        <p:spPr/>
        <p:txBody>
          <a:bodyPr vert="eaVert" anchor="t"/>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p:txBody>
          <a:bodyPr/>
          <a:lstStyle/>
          <a:p>
            <a:fld id="{BA581383-7B50-49FA-9987-C927630A0764}" type="datetimeFigureOut">
              <a:rPr lang="tr-TR" smtClean="0"/>
              <a:t>28.01.2019</a:t>
            </a:fld>
            <a:endParaRPr lang="tr-TR"/>
          </a:p>
        </p:txBody>
      </p:sp>
      <p:sp>
        <p:nvSpPr>
          <p:cNvPr id="5" name="Footer Placeholder 4"/>
          <p:cNvSpPr>
            <a:spLocks noGrp="1"/>
          </p:cNvSpPr>
          <p:nvPr>
            <p:ph type="ftr" sz="quarter" idx="11"/>
          </p:nvPr>
        </p:nvSpPr>
        <p:spPr/>
        <p:txBody>
          <a:bodyPr/>
          <a:lstStyle/>
          <a:p>
            <a:endParaRPr lang="tr-T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0E14BEE-7590-44EF-8CB3-E8570FFB7012}" type="slidenum">
              <a:rPr lang="tr-TR" smtClean="0"/>
              <a:t>‹#›</a:t>
            </a:fld>
            <a:endParaRPr lang="tr-TR"/>
          </a:p>
        </p:txBody>
      </p:sp>
    </p:spTree>
    <p:extLst>
      <p:ext uri="{BB962C8B-B14F-4D97-AF65-F5344CB8AC3E}">
        <p14:creationId xmlns:p14="http://schemas.microsoft.com/office/powerpoint/2010/main" val="28262796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tr-TR" smtClean="0"/>
              <a:t>Asıl başlık stili için tıklatın</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p:txBody>
          <a:bodyPr/>
          <a:lstStyle/>
          <a:p>
            <a:fld id="{BA581383-7B50-49FA-9987-C927630A0764}" type="datetimeFigureOut">
              <a:rPr lang="tr-TR" smtClean="0"/>
              <a:t>28.01.2019</a:t>
            </a:fld>
            <a:endParaRPr lang="tr-TR"/>
          </a:p>
        </p:txBody>
      </p:sp>
      <p:sp>
        <p:nvSpPr>
          <p:cNvPr id="5" name="Footer Placeholder 4"/>
          <p:cNvSpPr>
            <a:spLocks noGrp="1"/>
          </p:cNvSpPr>
          <p:nvPr>
            <p:ph type="ftr" sz="quarter" idx="11"/>
          </p:nvPr>
        </p:nvSpPr>
        <p:spPr/>
        <p:txBody>
          <a:bodyPr/>
          <a:lstStyle/>
          <a:p>
            <a:endParaRPr lang="tr-T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0E14BEE-7590-44EF-8CB3-E8570FFB7012}" type="slidenum">
              <a:rPr lang="tr-TR" smtClean="0"/>
              <a:t>‹#›</a:t>
            </a:fld>
            <a:endParaRPr lang="tr-TR"/>
          </a:p>
        </p:txBody>
      </p:sp>
    </p:spTree>
    <p:extLst>
      <p:ext uri="{BB962C8B-B14F-4D97-AF65-F5344CB8AC3E}">
        <p14:creationId xmlns:p14="http://schemas.microsoft.com/office/powerpoint/2010/main" val="20106509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tr-TR" smtClean="0"/>
              <a:t>Asıl başlık stili için tıklatın</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A581383-7B50-49FA-9987-C927630A0764}" type="datetimeFigureOut">
              <a:rPr lang="tr-TR" smtClean="0"/>
              <a:t>28.01.2019</a:t>
            </a:fld>
            <a:endParaRPr lang="tr-T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tr-TR"/>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0E14BEE-7590-44EF-8CB3-E8570FFB7012}" type="slidenum">
              <a:rPr lang="tr-TR" smtClean="0"/>
              <a:t>‹#›</a:t>
            </a:fld>
            <a:endParaRPr lang="tr-TR"/>
          </a:p>
        </p:txBody>
      </p:sp>
    </p:spTree>
    <p:extLst>
      <p:ext uri="{BB962C8B-B14F-4D97-AF65-F5344CB8AC3E}">
        <p14:creationId xmlns:p14="http://schemas.microsoft.com/office/powerpoint/2010/main" val="40214916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ctrTitle"/>
          </p:nvPr>
        </p:nvSpPr>
        <p:spPr/>
        <p:txBody>
          <a:bodyPr/>
          <a:lstStyle/>
          <a:p>
            <a:r>
              <a:rPr lang="tr-TR" dirty="0" smtClean="0"/>
              <a:t>Tedarik Zinciri Otomasyonu</a:t>
            </a:r>
            <a:endParaRPr lang="tr-TR" dirty="0"/>
          </a:p>
        </p:txBody>
      </p:sp>
      <p:sp>
        <p:nvSpPr>
          <p:cNvPr id="3" name="Alt Başlık 2"/>
          <p:cNvSpPr>
            <a:spLocks noGrp="1"/>
          </p:cNvSpPr>
          <p:nvPr>
            <p:ph type="subTitle" idx="1"/>
          </p:nvPr>
        </p:nvSpPr>
        <p:spPr/>
        <p:txBody>
          <a:bodyPr/>
          <a:lstStyle/>
          <a:p>
            <a:r>
              <a:rPr lang="tr-TR" dirty="0" smtClean="0"/>
              <a:t>Abdul Gaffur Kazım Güler </a:t>
            </a:r>
            <a:r>
              <a:rPr lang="tr-TR" smtClean="0"/>
              <a:t>– </a:t>
            </a:r>
            <a:r>
              <a:rPr lang="tr-TR" smtClean="0"/>
              <a:t>123311014</a:t>
            </a:r>
            <a:endParaRPr lang="tr-TR" dirty="0" smtClean="0"/>
          </a:p>
          <a:p>
            <a:r>
              <a:rPr lang="tr-TR" dirty="0" smtClean="0"/>
              <a:t>Kemal Kolcuoğlu - 173311082</a:t>
            </a:r>
            <a:endParaRPr lang="tr-TR" dirty="0"/>
          </a:p>
        </p:txBody>
      </p:sp>
    </p:spTree>
    <p:extLst>
      <p:ext uri="{BB962C8B-B14F-4D97-AF65-F5344CB8AC3E}">
        <p14:creationId xmlns:p14="http://schemas.microsoft.com/office/powerpoint/2010/main" val="27314434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Tedarik Zinciri Nedir?</a:t>
            </a:r>
            <a:endParaRPr lang="tr-TR" dirty="0"/>
          </a:p>
        </p:txBody>
      </p:sp>
      <p:sp>
        <p:nvSpPr>
          <p:cNvPr id="3" name="İçerik Yer Tutucusu 2"/>
          <p:cNvSpPr>
            <a:spLocks noGrp="1"/>
          </p:cNvSpPr>
          <p:nvPr>
            <p:ph idx="1"/>
          </p:nvPr>
        </p:nvSpPr>
        <p:spPr/>
        <p:txBody>
          <a:bodyPr>
            <a:normAutofit/>
          </a:bodyPr>
          <a:lstStyle/>
          <a:p>
            <a:r>
              <a:rPr lang="tr-TR" sz="2800" dirty="0"/>
              <a:t>Tedarik zinciri, ürün veya hizmetlerin ürün yaşam döngü süreçlerini kapsayan ve hammaddeden yola çıkıp son müşterinin eline ulaşana kadar geçen operasyonların, bilgi akışının, fiziksel dağıtımının ve alışverişin bütününü içeren bir sistemdir. </a:t>
            </a:r>
          </a:p>
        </p:txBody>
      </p:sp>
    </p:spTree>
    <p:extLst>
      <p:ext uri="{BB962C8B-B14F-4D97-AF65-F5344CB8AC3E}">
        <p14:creationId xmlns:p14="http://schemas.microsoft.com/office/powerpoint/2010/main" val="93012945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Tedarik Zinciri Aşamaları</a:t>
            </a:r>
            <a:endParaRPr lang="tr-TR" dirty="0"/>
          </a:p>
        </p:txBody>
      </p:sp>
      <p:sp>
        <p:nvSpPr>
          <p:cNvPr id="3" name="İçerik Yer Tutucusu 2"/>
          <p:cNvSpPr>
            <a:spLocks noGrp="1"/>
          </p:cNvSpPr>
          <p:nvPr>
            <p:ph idx="1"/>
          </p:nvPr>
        </p:nvSpPr>
        <p:spPr/>
        <p:txBody>
          <a:bodyPr/>
          <a:lstStyle/>
          <a:p>
            <a:pPr>
              <a:buFont typeface="+mj-lt"/>
              <a:buAutoNum type="arabicParenR"/>
            </a:pPr>
            <a:r>
              <a:rPr lang="tr-TR" dirty="0" smtClean="0"/>
              <a:t>Tüketici </a:t>
            </a:r>
            <a:r>
              <a:rPr lang="tr-TR" dirty="0"/>
              <a:t>ürün talep </a:t>
            </a:r>
            <a:r>
              <a:rPr lang="tr-TR" dirty="0" smtClean="0"/>
              <a:t>eder.</a:t>
            </a:r>
          </a:p>
          <a:p>
            <a:pPr>
              <a:buFont typeface="+mj-lt"/>
              <a:buAutoNum type="arabicParenR"/>
            </a:pPr>
            <a:r>
              <a:rPr lang="tr-TR" dirty="0" smtClean="0"/>
              <a:t>Talep </a:t>
            </a:r>
            <a:r>
              <a:rPr lang="tr-TR" dirty="0"/>
              <a:t>doğrudan ya da başka kişiler/kurumlar aracılığıyla üreticiye bildirilir</a:t>
            </a:r>
            <a:r>
              <a:rPr lang="tr-TR" dirty="0" smtClean="0"/>
              <a:t>.</a:t>
            </a:r>
          </a:p>
          <a:p>
            <a:pPr>
              <a:buFont typeface="+mj-lt"/>
              <a:buAutoNum type="arabicParenR"/>
            </a:pPr>
            <a:r>
              <a:rPr lang="tr-TR" dirty="0" smtClean="0"/>
              <a:t>Üretici </a:t>
            </a:r>
            <a:r>
              <a:rPr lang="tr-TR" dirty="0"/>
              <a:t>ürün için gerekli kaynaklara sahipse ürünü </a:t>
            </a:r>
            <a:r>
              <a:rPr lang="tr-TR" dirty="0" smtClean="0"/>
              <a:t>üretir. 4. Adıma geçer, </a:t>
            </a:r>
            <a:r>
              <a:rPr lang="tr-TR" dirty="0"/>
              <a:t>üretemez ise 1. Adımdaki tüketici yerine geçer ve 1. Adıma döner. </a:t>
            </a:r>
            <a:endParaRPr lang="tr-TR" dirty="0" smtClean="0"/>
          </a:p>
          <a:p>
            <a:pPr>
              <a:buFont typeface="+mj-lt"/>
              <a:buAutoNum type="arabicParenR"/>
            </a:pPr>
            <a:r>
              <a:rPr lang="tr-TR" dirty="0" smtClean="0"/>
              <a:t>Ürünü </a:t>
            </a:r>
            <a:r>
              <a:rPr lang="tr-TR" dirty="0"/>
              <a:t>temin etmek için tedarikçi kişiler/kurumlar ile </a:t>
            </a:r>
            <a:r>
              <a:rPr lang="tr-TR" dirty="0" smtClean="0"/>
              <a:t>anlaşılır.</a:t>
            </a:r>
          </a:p>
          <a:p>
            <a:pPr>
              <a:buFont typeface="+mj-lt"/>
              <a:buAutoNum type="arabicParenR"/>
            </a:pPr>
            <a:r>
              <a:rPr lang="tr-TR" dirty="0" smtClean="0"/>
              <a:t>Ürün </a:t>
            </a:r>
            <a:r>
              <a:rPr lang="tr-TR" dirty="0"/>
              <a:t>teslim </a:t>
            </a:r>
            <a:r>
              <a:rPr lang="tr-TR" dirty="0" smtClean="0"/>
              <a:t>edilir.</a:t>
            </a:r>
            <a:endParaRPr lang="tr-TR" dirty="0"/>
          </a:p>
        </p:txBody>
      </p:sp>
    </p:spTree>
    <p:extLst>
      <p:ext uri="{BB962C8B-B14F-4D97-AF65-F5344CB8AC3E}">
        <p14:creationId xmlns:p14="http://schemas.microsoft.com/office/powerpoint/2010/main" val="39014445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Aşamaların Sanal Ortama Uygulanması</a:t>
            </a:r>
            <a:endParaRPr lang="tr-TR" dirty="0"/>
          </a:p>
        </p:txBody>
      </p:sp>
      <p:sp>
        <p:nvSpPr>
          <p:cNvPr id="3" name="İçerik Yer Tutucusu 2"/>
          <p:cNvSpPr>
            <a:spLocks noGrp="1"/>
          </p:cNvSpPr>
          <p:nvPr>
            <p:ph idx="1"/>
          </p:nvPr>
        </p:nvSpPr>
        <p:spPr/>
        <p:txBody>
          <a:bodyPr>
            <a:normAutofit fontScale="92500" lnSpcReduction="20000"/>
          </a:bodyPr>
          <a:lstStyle/>
          <a:p>
            <a:r>
              <a:rPr lang="tr-TR" sz="2400" dirty="0" smtClean="0"/>
              <a:t>Kullanılan Teknolojiler</a:t>
            </a:r>
          </a:p>
          <a:p>
            <a:pPr lvl="1"/>
            <a:r>
              <a:rPr lang="tr-TR" sz="2400" dirty="0" smtClean="0"/>
              <a:t>HTML 5 &amp; CSS 3</a:t>
            </a:r>
          </a:p>
          <a:p>
            <a:pPr lvl="1"/>
            <a:r>
              <a:rPr lang="tr-TR" sz="2400" dirty="0" smtClean="0"/>
              <a:t>.NET FRAMEWORK 4.7.1</a:t>
            </a:r>
          </a:p>
          <a:p>
            <a:pPr lvl="1"/>
            <a:r>
              <a:rPr lang="tr-TR" sz="2400" dirty="0" smtClean="0"/>
              <a:t>ASP.NET MVC 5</a:t>
            </a:r>
          </a:p>
          <a:p>
            <a:pPr lvl="1"/>
            <a:r>
              <a:rPr lang="tr-TR" sz="2400" dirty="0" smtClean="0"/>
              <a:t>ENTITY FRAMEWORK 6</a:t>
            </a:r>
          </a:p>
          <a:p>
            <a:pPr lvl="1"/>
            <a:r>
              <a:rPr lang="tr-TR" sz="2400" dirty="0" smtClean="0"/>
              <a:t>JQUERY 3.3.0</a:t>
            </a:r>
          </a:p>
          <a:p>
            <a:pPr lvl="1"/>
            <a:r>
              <a:rPr lang="tr-TR" sz="2400" dirty="0" smtClean="0"/>
              <a:t>SQL SERVER 2017</a:t>
            </a:r>
          </a:p>
          <a:p>
            <a:pPr lvl="1"/>
            <a:r>
              <a:rPr lang="tr-TR" sz="2400" dirty="0" smtClean="0"/>
              <a:t>TWITTER BOOTSTRAP 4</a:t>
            </a:r>
          </a:p>
          <a:p>
            <a:pPr lvl="1"/>
            <a:r>
              <a:rPr lang="tr-TR" sz="2400" dirty="0" smtClean="0"/>
              <a:t>Blok Zinciri Algoritması</a:t>
            </a:r>
          </a:p>
          <a:p>
            <a:pPr lvl="1"/>
            <a:endParaRPr lang="tr-TR" sz="2400" dirty="0"/>
          </a:p>
        </p:txBody>
      </p:sp>
    </p:spTree>
    <p:extLst>
      <p:ext uri="{BB962C8B-B14F-4D97-AF65-F5344CB8AC3E}">
        <p14:creationId xmlns:p14="http://schemas.microsoft.com/office/powerpoint/2010/main" val="19384990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1640156" y="-30845"/>
            <a:ext cx="8911687" cy="1280890"/>
          </a:xfrm>
        </p:spPr>
        <p:txBody>
          <a:bodyPr/>
          <a:lstStyle/>
          <a:p>
            <a:r>
              <a:rPr lang="tr-TR" dirty="0" err="1" smtClean="0"/>
              <a:t>Veritabanı</a:t>
            </a:r>
            <a:r>
              <a:rPr lang="tr-TR" dirty="0" smtClean="0"/>
              <a:t> Modellerinin Oluşturulması</a:t>
            </a:r>
            <a:endParaRPr lang="tr-TR" dirty="0"/>
          </a:p>
        </p:txBody>
      </p:sp>
      <p:pic>
        <p:nvPicPr>
          <p:cNvPr id="4" name="İçerik Yer Tutucusu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609600"/>
            <a:ext cx="12192000" cy="6248399"/>
          </a:xfrm>
        </p:spPr>
      </p:pic>
      <p:pic>
        <p:nvPicPr>
          <p:cNvPr id="5" name="Resim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8623" y="1442060"/>
            <a:ext cx="2050786" cy="2063140"/>
          </a:xfrm>
          <a:prstGeom prst="rect">
            <a:avLst/>
          </a:prstGeom>
        </p:spPr>
      </p:pic>
    </p:spTree>
    <p:extLst>
      <p:ext uri="{BB962C8B-B14F-4D97-AF65-F5344CB8AC3E}">
        <p14:creationId xmlns:p14="http://schemas.microsoft.com/office/powerpoint/2010/main" val="35504499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Geliştirme Aşamaları</a:t>
            </a:r>
            <a:endParaRPr lang="tr-TR" dirty="0"/>
          </a:p>
        </p:txBody>
      </p:sp>
      <p:pic>
        <p:nvPicPr>
          <p:cNvPr id="4" name="İçerik Yer Tutucusu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92925" y="2570018"/>
            <a:ext cx="8864649" cy="2916382"/>
          </a:xfrm>
        </p:spPr>
      </p:pic>
    </p:spTree>
    <p:extLst>
      <p:ext uri="{BB962C8B-B14F-4D97-AF65-F5344CB8AC3E}">
        <p14:creationId xmlns:p14="http://schemas.microsoft.com/office/powerpoint/2010/main" val="39158392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çerik Yer Tutucusu 3"/>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0" y="0"/>
            <a:ext cx="12192000" cy="3283527"/>
          </a:xfrm>
        </p:spPr>
      </p:pic>
      <p:pic>
        <p:nvPicPr>
          <p:cNvPr id="7" name="İçerik Yer Tutucusu 6"/>
          <p:cNvPicPr>
            <a:picLocks noGrp="1" noChangeAspect="1"/>
          </p:cNvPicPr>
          <p:nvPr>
            <p:ph sz="half" idx="2"/>
          </p:nvPr>
        </p:nvPicPr>
        <p:blipFill>
          <a:blip r:embed="rId3" cstate="print">
            <a:extLst>
              <a:ext uri="{28A0092B-C50C-407E-A947-70E740481C1C}">
                <a14:useLocalDpi xmlns:a14="http://schemas.microsoft.com/office/drawing/2010/main" val="0"/>
              </a:ext>
            </a:extLst>
          </a:blip>
          <a:stretch>
            <a:fillRect/>
          </a:stretch>
        </p:blipFill>
        <p:spPr>
          <a:xfrm>
            <a:off x="0" y="2867891"/>
            <a:ext cx="12192000" cy="3990110"/>
          </a:xfrm>
        </p:spPr>
      </p:pic>
    </p:spTree>
    <p:extLst>
      <p:ext uri="{BB962C8B-B14F-4D97-AF65-F5344CB8AC3E}">
        <p14:creationId xmlns:p14="http://schemas.microsoft.com/office/powerpoint/2010/main" val="39602657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Unvan 11"/>
          <p:cNvSpPr>
            <a:spLocks noGrp="1"/>
          </p:cNvSpPr>
          <p:nvPr>
            <p:ph type="title"/>
          </p:nvPr>
        </p:nvSpPr>
        <p:spPr>
          <a:xfrm>
            <a:off x="2482088" y="554837"/>
            <a:ext cx="8911687" cy="1280890"/>
          </a:xfrm>
        </p:spPr>
        <p:txBody>
          <a:bodyPr/>
          <a:lstStyle/>
          <a:p>
            <a:r>
              <a:rPr lang="tr-TR" dirty="0" smtClean="0"/>
              <a:t>Formlar ve Tablolar</a:t>
            </a:r>
            <a:endParaRPr lang="tr-TR" dirty="0"/>
          </a:p>
        </p:txBody>
      </p:sp>
      <p:pic>
        <p:nvPicPr>
          <p:cNvPr id="10" name="İçerik Yer Tutucusu 9"/>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0" y="2258552"/>
            <a:ext cx="5915891" cy="4599448"/>
          </a:xfrm>
        </p:spPr>
      </p:pic>
      <p:pic>
        <p:nvPicPr>
          <p:cNvPr id="11" name="İçerik Yer Tutucusu 10"/>
          <p:cNvPicPr>
            <a:picLocks noGrp="1" noChangeAspect="1"/>
          </p:cNvPicPr>
          <p:nvPr>
            <p:ph sz="half" idx="2"/>
          </p:nvPr>
        </p:nvPicPr>
        <p:blipFill>
          <a:blip r:embed="rId3" cstate="print">
            <a:extLst>
              <a:ext uri="{28A0092B-C50C-407E-A947-70E740481C1C}">
                <a14:useLocalDpi xmlns:a14="http://schemas.microsoft.com/office/drawing/2010/main" val="0"/>
              </a:ext>
            </a:extLst>
          </a:blip>
          <a:stretch>
            <a:fillRect/>
          </a:stretch>
        </p:blipFill>
        <p:spPr>
          <a:xfrm>
            <a:off x="6192983" y="2258552"/>
            <a:ext cx="5999018" cy="4599448"/>
          </a:xfrm>
        </p:spPr>
      </p:pic>
    </p:spTree>
    <p:extLst>
      <p:ext uri="{BB962C8B-B14F-4D97-AF65-F5344CB8AC3E}">
        <p14:creationId xmlns:p14="http://schemas.microsoft.com/office/powerpoint/2010/main" val="4059635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Unvan 4"/>
          <p:cNvSpPr>
            <a:spLocks noGrp="1"/>
          </p:cNvSpPr>
          <p:nvPr>
            <p:ph type="title"/>
          </p:nvPr>
        </p:nvSpPr>
        <p:spPr/>
        <p:txBody>
          <a:bodyPr/>
          <a:lstStyle/>
          <a:p>
            <a:r>
              <a:rPr lang="tr-TR" dirty="0" smtClean="0"/>
              <a:t>Projenin Gelecek Planları</a:t>
            </a:r>
            <a:endParaRPr lang="tr-TR" dirty="0"/>
          </a:p>
        </p:txBody>
      </p:sp>
      <p:sp>
        <p:nvSpPr>
          <p:cNvPr id="6" name="İçerik Yer Tutucusu 5"/>
          <p:cNvSpPr>
            <a:spLocks noGrp="1"/>
          </p:cNvSpPr>
          <p:nvPr>
            <p:ph idx="1"/>
          </p:nvPr>
        </p:nvSpPr>
        <p:spPr/>
        <p:txBody>
          <a:bodyPr/>
          <a:lstStyle/>
          <a:p>
            <a:r>
              <a:rPr lang="tr-TR" sz="2800" dirty="0" smtClean="0"/>
              <a:t>Bir ERP ya da Muhasebe Yazılımına Entegrasyon</a:t>
            </a:r>
          </a:p>
          <a:p>
            <a:r>
              <a:rPr lang="tr-TR" sz="2800" dirty="0" smtClean="0"/>
              <a:t>Blockchain tabanlı Tedarik-Talep İşlemleri</a:t>
            </a:r>
          </a:p>
          <a:p>
            <a:r>
              <a:rPr lang="tr-TR" sz="2800" dirty="0" smtClean="0"/>
              <a:t>Online Ödeme Sistemi</a:t>
            </a:r>
          </a:p>
          <a:p>
            <a:endParaRPr lang="tr-TR" dirty="0"/>
          </a:p>
        </p:txBody>
      </p:sp>
    </p:spTree>
    <p:extLst>
      <p:ext uri="{BB962C8B-B14F-4D97-AF65-F5344CB8AC3E}">
        <p14:creationId xmlns:p14="http://schemas.microsoft.com/office/powerpoint/2010/main" val="940696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Unvan 4"/>
          <p:cNvSpPr>
            <a:spLocks noGrp="1"/>
          </p:cNvSpPr>
          <p:nvPr>
            <p:ph type="ctrTitle"/>
          </p:nvPr>
        </p:nvSpPr>
        <p:spPr/>
        <p:txBody>
          <a:bodyPr/>
          <a:lstStyle/>
          <a:p>
            <a:r>
              <a:rPr lang="tr-TR" dirty="0" smtClean="0"/>
              <a:t>Teşekkür Ederiz</a:t>
            </a:r>
            <a:endParaRPr lang="tr-TR" dirty="0"/>
          </a:p>
        </p:txBody>
      </p:sp>
      <p:sp>
        <p:nvSpPr>
          <p:cNvPr id="6" name="Alt Başlık 5"/>
          <p:cNvSpPr>
            <a:spLocks noGrp="1"/>
          </p:cNvSpPr>
          <p:nvPr>
            <p:ph type="subTitle" idx="1"/>
          </p:nvPr>
        </p:nvSpPr>
        <p:spPr/>
        <p:txBody>
          <a:bodyPr/>
          <a:lstStyle/>
          <a:p>
            <a:r>
              <a:rPr lang="tr-TR" dirty="0"/>
              <a:t>Abdul Gaffur Kazım Güler – 123311044</a:t>
            </a:r>
          </a:p>
          <a:p>
            <a:r>
              <a:rPr lang="tr-TR" dirty="0"/>
              <a:t>Kemal Kolcuoğlu - 173311082</a:t>
            </a:r>
          </a:p>
          <a:p>
            <a:endParaRPr lang="tr-TR" dirty="0"/>
          </a:p>
        </p:txBody>
      </p:sp>
    </p:spTree>
    <p:extLst>
      <p:ext uri="{BB962C8B-B14F-4D97-AF65-F5344CB8AC3E}">
        <p14:creationId xmlns:p14="http://schemas.microsoft.com/office/powerpoint/2010/main" val="3654304813"/>
      </p:ext>
    </p:extLst>
  </p:cSld>
  <p:clrMapOvr>
    <a:masterClrMapping/>
  </p:clrMapOvr>
</p:sld>
</file>

<file path=ppt/theme/theme1.xml><?xml version="1.0" encoding="utf-8"?>
<a:theme xmlns:a="http://schemas.openxmlformats.org/drawingml/2006/main" name="Duman">
  <a:themeElements>
    <a:clrScheme name="Duman">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Duman">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uman">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33</TotalTime>
  <Words>180</Words>
  <Application>Microsoft Office PowerPoint</Application>
  <PresentationFormat>Geniş ekran</PresentationFormat>
  <Paragraphs>31</Paragraphs>
  <Slides>10</Slides>
  <Notes>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10</vt:i4>
      </vt:variant>
    </vt:vector>
  </HeadingPairs>
  <TitlesOfParts>
    <vt:vector size="14" baseType="lpstr">
      <vt:lpstr>Arial</vt:lpstr>
      <vt:lpstr>Century Gothic</vt:lpstr>
      <vt:lpstr>Wingdings 3</vt:lpstr>
      <vt:lpstr>Duman</vt:lpstr>
      <vt:lpstr>Tedarik Zinciri Otomasyonu</vt:lpstr>
      <vt:lpstr>Tedarik Zinciri Nedir?</vt:lpstr>
      <vt:lpstr>Tedarik Zinciri Aşamaları</vt:lpstr>
      <vt:lpstr>Aşamaların Sanal Ortama Uygulanması</vt:lpstr>
      <vt:lpstr>Veritabanı Modellerinin Oluşturulması</vt:lpstr>
      <vt:lpstr>Geliştirme Aşamaları</vt:lpstr>
      <vt:lpstr>PowerPoint Sunusu</vt:lpstr>
      <vt:lpstr>Formlar ve Tablolar</vt:lpstr>
      <vt:lpstr>Projenin Gelecek Planları</vt:lpstr>
      <vt:lpstr>Teşekkür Ederiz</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Tedarik Zinciri Otomasyonu</dc:title>
  <dc:creator>Kemal Kolcuoğlu</dc:creator>
  <cp:lastModifiedBy>Kemal Kolcuoğlu</cp:lastModifiedBy>
  <cp:revision>12</cp:revision>
  <dcterms:created xsi:type="dcterms:W3CDTF">2019-01-28T09:52:21Z</dcterms:created>
  <dcterms:modified xsi:type="dcterms:W3CDTF">2019-01-28T12:12:32Z</dcterms:modified>
</cp:coreProperties>
</file>